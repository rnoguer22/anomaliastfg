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260" r:id="rId5"/>
    <p:sldId id="281" r:id="rId6"/>
    <p:sldId id="280" r:id="rId7"/>
    <p:sldId id="279" r:id="rId8"/>
  </p:sldIdLst>
  <p:sldSz cx="12192000" cy="6858000"/>
  <p:notesSz cx="7099300" cy="102346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60AB"/>
    <a:srgbClr val="065CA9"/>
    <a:srgbClr val="0A849F"/>
    <a:srgbClr val="2F528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C91ED7-1767-414D-99BB-228530B558FA}" v="2" dt="2024-10-12T18:42:49.0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/>
    <p:restoredTop sz="94648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into Velasco Rebolledo" userId="00c16d92-95bd-422a-9db4-b068f123e6b5" providerId="ADAL" clId="{E4C91ED7-1767-414D-99BB-228530B558FA}"/>
    <pc:docChg chg="undo custSel addSld modSld sldOrd addMainMaster delMainMaster modMainMaster">
      <pc:chgData name="Jacinto Velasco Rebolledo" userId="00c16d92-95bd-422a-9db4-b068f123e6b5" providerId="ADAL" clId="{E4C91ED7-1767-414D-99BB-228530B558FA}" dt="2024-10-12T18:45:19.342" v="20"/>
      <pc:docMkLst>
        <pc:docMk/>
      </pc:docMkLst>
      <pc:sldChg chg="mod ord modClrScheme chgLayout">
        <pc:chgData name="Jacinto Velasco Rebolledo" userId="00c16d92-95bd-422a-9db4-b068f123e6b5" providerId="ADAL" clId="{E4C91ED7-1767-414D-99BB-228530B558FA}" dt="2024-10-12T18:45:19.342" v="20"/>
        <pc:sldMkLst>
          <pc:docMk/>
          <pc:sldMk cId="479785776" sldId="280"/>
        </pc:sldMkLst>
      </pc:sldChg>
      <pc:sldChg chg="new">
        <pc:chgData name="Jacinto Velasco Rebolledo" userId="00c16d92-95bd-422a-9db4-b068f123e6b5" providerId="ADAL" clId="{E4C91ED7-1767-414D-99BB-228530B558FA}" dt="2024-10-12T18:45:17.580" v="18" actId="680"/>
        <pc:sldMkLst>
          <pc:docMk/>
          <pc:sldMk cId="3418853889" sldId="281"/>
        </pc:sldMkLst>
      </pc:sldChg>
      <pc:sldMasterChg chg="modSldLayout sldLayoutOrd">
        <pc:chgData name="Jacinto Velasco Rebolledo" userId="00c16d92-95bd-422a-9db4-b068f123e6b5" providerId="ADAL" clId="{E4C91ED7-1767-414D-99BB-228530B558FA}" dt="2024-10-12T18:44:56.816" v="17" actId="20578"/>
        <pc:sldMasterMkLst>
          <pc:docMk/>
          <pc:sldMasterMk cId="3668580849" sldId="2147483648"/>
        </pc:sldMasterMkLst>
        <pc:sldLayoutChg chg="ord">
          <pc:chgData name="Jacinto Velasco Rebolledo" userId="00c16d92-95bd-422a-9db4-b068f123e6b5" providerId="ADAL" clId="{E4C91ED7-1767-414D-99BB-228530B558FA}" dt="2024-10-12T18:44:56.816" v="17" actId="20578"/>
          <pc:sldLayoutMkLst>
            <pc:docMk/>
            <pc:sldMasterMk cId="3668580849" sldId="2147483648"/>
            <pc:sldLayoutMk cId="3744013589" sldId="2147483649"/>
          </pc:sldLayoutMkLst>
        </pc:sldLayoutChg>
        <pc:sldLayoutChg chg="modSp mod ord">
          <pc:chgData name="Jacinto Velasco Rebolledo" userId="00c16d92-95bd-422a-9db4-b068f123e6b5" providerId="ADAL" clId="{E4C91ED7-1767-414D-99BB-228530B558FA}" dt="2024-10-12T18:43:06.462" v="7" actId="20578"/>
          <pc:sldLayoutMkLst>
            <pc:docMk/>
            <pc:sldMasterMk cId="3668580849" sldId="2147483648"/>
            <pc:sldLayoutMk cId="3538840014" sldId="2147483652"/>
          </pc:sldLayoutMkLst>
          <pc:spChg chg="mod">
            <ac:chgData name="Jacinto Velasco Rebolledo" userId="00c16d92-95bd-422a-9db4-b068f123e6b5" providerId="ADAL" clId="{E4C91ED7-1767-414D-99BB-228530B558FA}" dt="2024-10-12T18:43:03.678" v="6" actId="20578"/>
            <ac:spMkLst>
              <pc:docMk/>
              <pc:sldMasterMk cId="3668580849" sldId="2147483648"/>
              <pc:sldLayoutMk cId="3538840014" sldId="2147483652"/>
              <ac:spMk id="12" creationId="{EDF22244-EDF6-459A-AC71-7AE4F56DE475}"/>
            </ac:spMkLst>
          </pc:spChg>
          <pc:spChg chg="mod">
            <ac:chgData name="Jacinto Velasco Rebolledo" userId="00c16d92-95bd-422a-9db4-b068f123e6b5" providerId="ADAL" clId="{E4C91ED7-1767-414D-99BB-228530B558FA}" dt="2024-10-12T18:43:03.678" v="6" actId="20578"/>
            <ac:spMkLst>
              <pc:docMk/>
              <pc:sldMasterMk cId="3668580849" sldId="2147483648"/>
              <pc:sldLayoutMk cId="3538840014" sldId="2147483652"/>
              <ac:spMk id="13" creationId="{7DEF83C5-06D6-40E5-AD46-7081B5E880DA}"/>
            </ac:spMkLst>
          </pc:spChg>
        </pc:sldLayoutChg>
        <pc:sldLayoutChg chg="delSp modSp mod ord">
          <pc:chgData name="Jacinto Velasco Rebolledo" userId="00c16d92-95bd-422a-9db4-b068f123e6b5" providerId="ADAL" clId="{E4C91ED7-1767-414D-99BB-228530B558FA}" dt="2024-10-12T18:43:59.199" v="15" actId="478"/>
          <pc:sldLayoutMkLst>
            <pc:docMk/>
            <pc:sldMasterMk cId="3668580849" sldId="2147483648"/>
            <pc:sldLayoutMk cId="1876234934" sldId="2147483671"/>
          </pc:sldLayoutMkLst>
          <pc:spChg chg="del mod">
            <ac:chgData name="Jacinto Velasco Rebolledo" userId="00c16d92-95bd-422a-9db4-b068f123e6b5" providerId="ADAL" clId="{E4C91ED7-1767-414D-99BB-228530B558FA}" dt="2024-10-12T18:43:54.252" v="13" actId="478"/>
            <ac:spMkLst>
              <pc:docMk/>
              <pc:sldMasterMk cId="3668580849" sldId="2147483648"/>
              <pc:sldLayoutMk cId="1876234934" sldId="2147483671"/>
              <ac:spMk id="3" creationId="{90554F6F-D339-4C9A-9C22-7BD99B786A4E}"/>
            </ac:spMkLst>
          </pc:spChg>
          <pc:spChg chg="del mod">
            <ac:chgData name="Jacinto Velasco Rebolledo" userId="00c16d92-95bd-422a-9db4-b068f123e6b5" providerId="ADAL" clId="{E4C91ED7-1767-414D-99BB-228530B558FA}" dt="2024-10-12T18:43:55.981" v="14" actId="478"/>
            <ac:spMkLst>
              <pc:docMk/>
              <pc:sldMasterMk cId="3668580849" sldId="2147483648"/>
              <pc:sldLayoutMk cId="1876234934" sldId="2147483671"/>
              <ac:spMk id="9" creationId="{5DF390A8-2E24-4D70-B69B-B50C64B38E12}"/>
            </ac:spMkLst>
          </pc:spChg>
          <pc:spChg chg="del mod">
            <ac:chgData name="Jacinto Velasco Rebolledo" userId="00c16d92-95bd-422a-9db4-b068f123e6b5" providerId="ADAL" clId="{E4C91ED7-1767-414D-99BB-228530B558FA}" dt="2024-10-12T18:43:59.199" v="15" actId="478"/>
            <ac:spMkLst>
              <pc:docMk/>
              <pc:sldMasterMk cId="3668580849" sldId="2147483648"/>
              <pc:sldLayoutMk cId="1876234934" sldId="2147483671"/>
              <ac:spMk id="10" creationId="{7AFC92B8-BD3D-457C-9B25-63A25ACB481D}"/>
            </ac:spMkLst>
          </pc:spChg>
        </pc:sldLayoutChg>
      </pc:sldMasterChg>
      <pc:sldMasterChg chg="new del mod addSldLayout delSldLayout">
        <pc:chgData name="Jacinto Velasco Rebolledo" userId="00c16d92-95bd-422a-9db4-b068f123e6b5" providerId="ADAL" clId="{E4C91ED7-1767-414D-99BB-228530B558FA}" dt="2024-10-12T18:42:47.529" v="4" actId="6938"/>
        <pc:sldMasterMkLst>
          <pc:docMk/>
          <pc:sldMasterMk cId="14194649" sldId="2147483650"/>
        </pc:sldMasterMkLst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2002821661" sldId="2147483651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1798808468" sldId="2147483652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1297023848" sldId="2147483653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1423452817" sldId="2147483654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3462523771" sldId="2147483655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1732825384" sldId="2147483656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3419123074" sldId="2147483657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407924216" sldId="2147483658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262922064" sldId="2147483659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23251519" sldId="2147483660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3395872813" sldId="2147483661"/>
          </pc:sldLayoutMkLst>
        </pc:sldLayoutChg>
      </pc:sldMasterChg>
      <pc:sldMasterChg chg="del modSldLayout sldLayoutOrd">
        <pc:chgData name="Jacinto Velasco Rebolledo" userId="00c16d92-95bd-422a-9db4-b068f123e6b5" providerId="ADAL" clId="{E4C91ED7-1767-414D-99BB-228530B558FA}" dt="2024-10-12T18:44:25.694" v="16" actId="2696"/>
        <pc:sldMasterMkLst>
          <pc:docMk/>
          <pc:sldMasterMk cId="1090411801" sldId="2147483650"/>
        </pc:sldMasterMkLst>
        <pc:sldLayoutChg chg="ord">
          <pc:chgData name="Jacinto Velasco Rebolledo" userId="00c16d92-95bd-422a-9db4-b068f123e6b5" providerId="ADAL" clId="{E4C91ED7-1767-414D-99BB-228530B558FA}" dt="2024-10-12T18:43:01.905" v="5" actId="20578"/>
          <pc:sldLayoutMkLst>
            <pc:docMk/>
            <pc:sldMasterMk cId="3668580849" sldId="2147483648"/>
            <pc:sldLayoutMk cId="3538840014" sldId="2147483652"/>
          </pc:sldLayoutMkLst>
        </pc:sldLayoutChg>
        <pc:sldLayoutChg chg="ord">
          <pc:chgData name="Jacinto Velasco Rebolledo" userId="00c16d92-95bd-422a-9db4-b068f123e6b5" providerId="ADAL" clId="{E4C91ED7-1767-414D-99BB-228530B558FA}" dt="2024-10-12T18:43:46.671" v="11" actId="20578"/>
          <pc:sldLayoutMkLst>
            <pc:docMk/>
            <pc:sldMasterMk cId="3668580849" sldId="2147483648"/>
            <pc:sldLayoutMk cId="1876234934" sldId="2147483671"/>
          </pc:sldLayoutMkLst>
        </pc:sldLayoutChg>
      </pc:sldMasterChg>
      <pc:sldMasterChg chg="del">
        <pc:chgData name="Jacinto Velasco Rebolledo" userId="00c16d92-95bd-422a-9db4-b068f123e6b5" providerId="ADAL" clId="{E4C91ED7-1767-414D-99BB-228530B558FA}" dt="2024-10-12T18:42:37.238" v="2" actId="2696"/>
        <pc:sldMasterMkLst>
          <pc:docMk/>
          <pc:sldMasterMk cId="2683707030" sldId="2147483650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6F5C5E53-F147-8644-A0CF-46FCFCB7C5D6}" type="datetimeFigureOut">
              <a:rPr lang="es-ES_tradnl" smtClean="0"/>
              <a:t>12/10/2024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447058AE-FEB0-D242-BCAE-44464DE802C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43059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058AE-FEB0-D242-BCAE-44464DE802C9}" type="slidenum">
              <a:rPr lang="es-ES_tradnl" smtClean="0"/>
              <a:t>1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344922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058AE-FEB0-D242-BCAE-44464DE802C9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99314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uax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uax.com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3402ADAA-17AF-4863-B9F8-69DB6399C5CE}"/>
              </a:ext>
            </a:extLst>
          </p:cNvPr>
          <p:cNvSpPr/>
          <p:nvPr userDrawn="1"/>
        </p:nvSpPr>
        <p:spPr>
          <a:xfrm>
            <a:off x="0" y="1"/>
            <a:ext cx="4586514" cy="6857999"/>
          </a:xfrm>
          <a:prstGeom prst="rect">
            <a:avLst/>
          </a:prstGeom>
          <a:solidFill>
            <a:srgbClr val="003F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u="sn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EDF22244-EDF6-459A-AC71-7AE4F56DE4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3292" y="975293"/>
            <a:ext cx="2730534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/>
              <a:t>ÍNDICE</a:t>
            </a:r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7DEF83C5-06D6-40E5-AD46-7081B5E880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4633" y="1312705"/>
            <a:ext cx="5306789" cy="441182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None/>
              <a:defRPr lang="es-ES" sz="1200" b="0" kern="1200" baseline="0" dirty="0" smtClean="0">
                <a:solidFill>
                  <a:srgbClr val="04305E"/>
                </a:solidFill>
                <a:latin typeface="Calibri" panose="020F0502020204030204" pitchFamily="34" charset="0"/>
                <a:ea typeface="Lato" panose="020F0502020204030203" pitchFamily="34" charset="0"/>
                <a:cs typeface="Calibri" panose="020F0502020204030204" pitchFamily="34" charset="0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id-ID" sz="1200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Lorem ipsum dolor sit amet</a:t>
            </a:r>
            <a:r>
              <a:rPr lang="es-ES" sz="1200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		01</a:t>
            </a:r>
            <a:endParaRPr lang="id-ID" sz="1200">
              <a:solidFill>
                <a:schemeClr val="bg1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id-ID" sz="1200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Lorem ipsum dolor sit amet</a:t>
            </a:r>
            <a:r>
              <a:rPr lang="es-ES" sz="1200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		02</a:t>
            </a:r>
            <a:endParaRPr lang="id-ID" sz="1200">
              <a:solidFill>
                <a:schemeClr val="bg1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id-ID" sz="1200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Lorem ipsum dolor sit amet</a:t>
            </a:r>
            <a:r>
              <a:rPr lang="es-ES" sz="1200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		03</a:t>
            </a:r>
            <a:endParaRPr lang="id-ID" sz="1200">
              <a:solidFill>
                <a:schemeClr val="bg1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id-ID" sz="1200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Lorem ipsum dolor sit amet</a:t>
            </a:r>
            <a:r>
              <a:rPr lang="es-ES" sz="1200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		04</a:t>
            </a:r>
            <a:endParaRPr lang="id-ID" sz="1200">
              <a:solidFill>
                <a:schemeClr val="bg1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id-ID" sz="1200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Lorem ipsum dolor sit amet</a:t>
            </a:r>
            <a:r>
              <a:rPr lang="es-ES" sz="1200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		05</a:t>
            </a:r>
            <a:endParaRPr lang="id-ID" sz="1200">
              <a:solidFill>
                <a:schemeClr val="bg1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lvl="0"/>
            <a:endParaRPr lang="es-ES"/>
          </a:p>
        </p:txBody>
      </p:sp>
      <p:pic>
        <p:nvPicPr>
          <p:cNvPr id="5" name="Imagen 4">
            <a:hlinkClick r:id="rId2"/>
            <a:extLst>
              <a:ext uri="{FF2B5EF4-FFF2-40B4-BE49-F238E27FC236}">
                <a16:creationId xmlns:a16="http://schemas.microsoft.com/office/drawing/2014/main" id="{BF307338-39C1-7266-7BE3-2969A1F2C92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8498" y="6100939"/>
            <a:ext cx="1874520" cy="411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8840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hlinkClick r:id="rId2"/>
            <a:extLst>
              <a:ext uri="{FF2B5EF4-FFF2-40B4-BE49-F238E27FC236}">
                <a16:creationId xmlns:a16="http://schemas.microsoft.com/office/drawing/2014/main" id="{5BF8870F-7094-C29D-E8ED-ECA89B0365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346" y="260963"/>
            <a:ext cx="1874520" cy="411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623493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25">
            <a:extLst>
              <a:ext uri="{FF2B5EF4-FFF2-40B4-BE49-F238E27FC236}">
                <a16:creationId xmlns:a16="http://schemas.microsoft.com/office/drawing/2014/main" id="{B5B8F871-0E84-42DA-BFCD-CDAC5D2E41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b="9915"/>
          <a:stretch/>
        </p:blipFill>
        <p:spPr>
          <a:xfrm>
            <a:off x="9666514" y="5977316"/>
            <a:ext cx="2525486" cy="88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013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8580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71" r:id="rId2"/>
    <p:sldLayoutId id="214748364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bre 11">
            <a:extLst>
              <a:ext uri="{FF2B5EF4-FFF2-40B4-BE49-F238E27FC236}">
                <a16:creationId xmlns:a16="http://schemas.microsoft.com/office/drawing/2014/main" id="{D2B11345-E8EA-ACC7-79CF-9FA1F48C198A}"/>
              </a:ext>
            </a:extLst>
          </p:cNvPr>
          <p:cNvSpPr/>
          <p:nvPr/>
        </p:nvSpPr>
        <p:spPr>
          <a:xfrm>
            <a:off x="0" y="0"/>
            <a:ext cx="12192001" cy="6960216"/>
          </a:xfrm>
          <a:custGeom>
            <a:avLst/>
            <a:gdLst>
              <a:gd name="connsiteX0" fmla="*/ 1130164 w 5988108"/>
              <a:gd name="connsiteY0" fmla="*/ 0 h 6858123"/>
              <a:gd name="connsiteX1" fmla="*/ 4627399 w 5988108"/>
              <a:gd name="connsiteY1" fmla="*/ 0 h 6858123"/>
              <a:gd name="connsiteX2" fmla="*/ 4627399 w 5988108"/>
              <a:gd name="connsiteY2" fmla="*/ 121 h 6858123"/>
              <a:gd name="connsiteX3" fmla="*/ 5988108 w 5988108"/>
              <a:gd name="connsiteY3" fmla="*/ 121 h 6858123"/>
              <a:gd name="connsiteX4" fmla="*/ 3645379 w 5988108"/>
              <a:gd name="connsiteY4" fmla="*/ 6858120 h 6858123"/>
              <a:gd name="connsiteX5" fmla="*/ 3497235 w 5988108"/>
              <a:gd name="connsiteY5" fmla="*/ 6858120 h 6858123"/>
              <a:gd name="connsiteX6" fmla="*/ 3497235 w 5988108"/>
              <a:gd name="connsiteY6" fmla="*/ 6858123 h 6858123"/>
              <a:gd name="connsiteX7" fmla="*/ 0 w 5988108"/>
              <a:gd name="connsiteY7" fmla="*/ 6858123 h 6858123"/>
              <a:gd name="connsiteX8" fmla="*/ 0 w 5988108"/>
              <a:gd name="connsiteY8" fmla="*/ 123 h 6858123"/>
              <a:gd name="connsiteX9" fmla="*/ 1130164 w 5988108"/>
              <a:gd name="connsiteY9" fmla="*/ 123 h 685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988108" h="6858123">
                <a:moveTo>
                  <a:pt x="1130164" y="0"/>
                </a:moveTo>
                <a:lnTo>
                  <a:pt x="4627399" y="0"/>
                </a:lnTo>
                <a:lnTo>
                  <a:pt x="4627399" y="121"/>
                </a:lnTo>
                <a:lnTo>
                  <a:pt x="5988108" y="121"/>
                </a:lnTo>
                <a:lnTo>
                  <a:pt x="3645379" y="6858120"/>
                </a:lnTo>
                <a:lnTo>
                  <a:pt x="3497235" y="6858120"/>
                </a:lnTo>
                <a:lnTo>
                  <a:pt x="3497235" y="6858123"/>
                </a:lnTo>
                <a:lnTo>
                  <a:pt x="0" y="6858123"/>
                </a:lnTo>
                <a:lnTo>
                  <a:pt x="0" y="123"/>
                </a:lnTo>
                <a:lnTo>
                  <a:pt x="1130164" y="123"/>
                </a:lnTo>
                <a:close/>
              </a:path>
            </a:pathLst>
          </a:custGeom>
          <a:solidFill>
            <a:srgbClr val="07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pic>
        <p:nvPicPr>
          <p:cNvPr id="10" name="object 16">
            <a:extLst>
              <a:ext uri="{FF2B5EF4-FFF2-40B4-BE49-F238E27FC236}">
                <a16:creationId xmlns:a16="http://schemas.microsoft.com/office/drawing/2014/main" id="{58731C1D-78BA-E384-79A1-F1D7DFBABCC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538902"/>
            <a:ext cx="3497234" cy="131909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9DF4267-6090-847A-2F6D-04E12D2A0EBC}"/>
              </a:ext>
            </a:extLst>
          </p:cNvPr>
          <p:cNvSpPr txBox="1"/>
          <p:nvPr/>
        </p:nvSpPr>
        <p:spPr>
          <a:xfrm>
            <a:off x="1110694" y="1397673"/>
            <a:ext cx="3386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b="1" dirty="0">
                <a:solidFill>
                  <a:schemeClr val="bg1"/>
                </a:solidFill>
                <a:latin typeface="Muli" panose="02000503000000000000" pitchFamily="2" charset="77"/>
              </a:rPr>
              <a:t> </a:t>
            </a:r>
            <a:endParaRPr lang="es-ES_tradnl" sz="700" b="1" dirty="0">
              <a:solidFill>
                <a:schemeClr val="bg1"/>
              </a:solidFill>
              <a:latin typeface="Muli" panose="02000503000000000000" pitchFamily="2" charset="77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AA243A7-AFC0-B88E-E363-1E709C1BB91E}"/>
              </a:ext>
            </a:extLst>
          </p:cNvPr>
          <p:cNvSpPr txBox="1"/>
          <p:nvPr/>
        </p:nvSpPr>
        <p:spPr>
          <a:xfrm>
            <a:off x="769545" y="2840055"/>
            <a:ext cx="818658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3200" b="1" dirty="0" err="1">
                <a:solidFill>
                  <a:schemeClr val="bg1"/>
                </a:solidFill>
                <a:latin typeface="Muli" panose="02000503000000000000" pitchFamily="2" charset="77"/>
              </a:rPr>
              <a:t>xxxxxxxxxxxx</a:t>
            </a:r>
            <a:endParaRPr lang="es-ES_tradnl" sz="3200" b="1" dirty="0">
              <a:solidFill>
                <a:schemeClr val="bg1"/>
              </a:solidFill>
              <a:latin typeface="Muli" panose="02000503000000000000" pitchFamily="2" charset="77"/>
            </a:endParaRPr>
          </a:p>
          <a:p>
            <a:pPr algn="r"/>
            <a:endParaRPr lang="es-ES_tradnl" sz="3200" b="1" dirty="0">
              <a:solidFill>
                <a:schemeClr val="bg1"/>
              </a:solidFill>
              <a:latin typeface="Muli" panose="02000503000000000000" pitchFamily="2" charset="77"/>
            </a:endParaRPr>
          </a:p>
          <a:p>
            <a:pPr algn="r"/>
            <a:r>
              <a:rPr lang="en-US" dirty="0" err="1">
                <a:solidFill>
                  <a:schemeClr val="bg1"/>
                </a:solidFill>
              </a:rPr>
              <a:t>yyyyyyyyyyyyyyyyyyy</a:t>
            </a:r>
            <a:endParaRPr lang="es-ES_tradnl" b="1" dirty="0">
              <a:solidFill>
                <a:schemeClr val="bg1"/>
              </a:solidFill>
              <a:latin typeface="Muli" panose="02000503000000000000" pitchFamily="2" charset="77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37DFFB6-4822-41D8-9F92-84BE3C8C7A4F}"/>
              </a:ext>
            </a:extLst>
          </p:cNvPr>
          <p:cNvSpPr txBox="1"/>
          <p:nvPr/>
        </p:nvSpPr>
        <p:spPr>
          <a:xfrm>
            <a:off x="6833513" y="4799113"/>
            <a:ext cx="17401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b="1" dirty="0">
                <a:solidFill>
                  <a:schemeClr val="bg1">
                    <a:lumMod val="95000"/>
                  </a:schemeClr>
                </a:solidFill>
                <a:latin typeface="Muli" panose="02000503000000000000" pitchFamily="2" charset="77"/>
              </a:rPr>
              <a:t>Fecha</a:t>
            </a:r>
            <a:endParaRPr lang="es-ES_tradnl" sz="500" b="1" dirty="0">
              <a:solidFill>
                <a:schemeClr val="bg1">
                  <a:lumMod val="95000"/>
                </a:schemeClr>
              </a:solidFill>
              <a:latin typeface="Muli" panose="02000503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44063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853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978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8">
            <a:extLst>
              <a:ext uri="{FF2B5EF4-FFF2-40B4-BE49-F238E27FC236}">
                <a16:creationId xmlns:a16="http://schemas.microsoft.com/office/drawing/2014/main" id="{49E18F14-67C1-03FD-1B54-7C091E7B083A}"/>
              </a:ext>
            </a:extLst>
          </p:cNvPr>
          <p:cNvSpPr/>
          <p:nvPr/>
        </p:nvSpPr>
        <p:spPr>
          <a:xfrm>
            <a:off x="0" y="-43543"/>
            <a:ext cx="12192000" cy="6901544"/>
          </a:xfrm>
          <a:custGeom>
            <a:avLst/>
            <a:gdLst/>
            <a:ahLst/>
            <a:cxnLst/>
            <a:rect l="l" t="t" r="r" b="b"/>
            <a:pathLst>
              <a:path w="7616190" h="7560309">
                <a:moveTo>
                  <a:pt x="7615643" y="0"/>
                </a:moveTo>
                <a:lnTo>
                  <a:pt x="0" y="0"/>
                </a:lnTo>
                <a:lnTo>
                  <a:pt x="0" y="7559992"/>
                </a:lnTo>
                <a:lnTo>
                  <a:pt x="3689819" y="7559992"/>
                </a:lnTo>
                <a:lnTo>
                  <a:pt x="7615643" y="0"/>
                </a:lnTo>
                <a:close/>
              </a:path>
            </a:pathLst>
          </a:custGeom>
          <a:solidFill>
            <a:srgbClr val="0060A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0" name="object 16">
            <a:extLst>
              <a:ext uri="{FF2B5EF4-FFF2-40B4-BE49-F238E27FC236}">
                <a16:creationId xmlns:a16="http://schemas.microsoft.com/office/drawing/2014/main" id="{58731C1D-78BA-E384-79A1-F1D7DFBABCC3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1076" y="-145846"/>
            <a:ext cx="3613741" cy="1338944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D7A7B74-ACDE-3952-607E-91F98A156E41}"/>
              </a:ext>
            </a:extLst>
          </p:cNvPr>
          <p:cNvSpPr txBox="1"/>
          <p:nvPr/>
        </p:nvSpPr>
        <p:spPr>
          <a:xfrm>
            <a:off x="309713" y="4524888"/>
            <a:ext cx="427317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4000" dirty="0">
                <a:solidFill>
                  <a:schemeClr val="bg1"/>
                </a:solidFill>
                <a:latin typeface="Muli" panose="02000503000000000000" pitchFamily="2" charset="77"/>
              </a:rPr>
              <a:t>Soy Innovación </a:t>
            </a:r>
          </a:p>
          <a:p>
            <a:r>
              <a:rPr lang="es-ES_tradnl" sz="4000" dirty="0">
                <a:solidFill>
                  <a:schemeClr val="bg1"/>
                </a:solidFill>
                <a:latin typeface="Muli" panose="02000503000000000000" pitchFamily="2" charset="77"/>
              </a:rPr>
              <a:t>Soy </a:t>
            </a:r>
            <a:r>
              <a:rPr lang="es-ES_tradnl" sz="4000" dirty="0" err="1">
                <a:solidFill>
                  <a:schemeClr val="bg1"/>
                </a:solidFill>
                <a:latin typeface="Muli" panose="02000503000000000000" pitchFamily="2" charset="77"/>
              </a:rPr>
              <a:t>Maker</a:t>
            </a:r>
            <a:endParaRPr lang="es-ES_tradnl" sz="4000" dirty="0">
              <a:solidFill>
                <a:schemeClr val="bg1"/>
              </a:solidFill>
              <a:latin typeface="Muli" panose="02000503000000000000" pitchFamily="2" charset="77"/>
            </a:endParaRPr>
          </a:p>
          <a:p>
            <a:r>
              <a:rPr lang="es-ES_tradnl" sz="4800" b="1" dirty="0">
                <a:solidFill>
                  <a:schemeClr val="bg1"/>
                </a:solidFill>
                <a:latin typeface="Muli" panose="02000503000000000000" pitchFamily="2" charset="77"/>
              </a:rPr>
              <a:t>Soy UAX</a:t>
            </a:r>
            <a:endParaRPr lang="es-ES_tradnl" sz="1200" b="1" dirty="0">
              <a:solidFill>
                <a:schemeClr val="bg1"/>
              </a:solidFill>
              <a:latin typeface="Muli" panose="02000503000000000000" pitchFamily="2" charset="77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2D642AB-E684-4603-A6BD-4087E8D9F867}"/>
              </a:ext>
            </a:extLst>
          </p:cNvPr>
          <p:cNvSpPr txBox="1"/>
          <p:nvPr/>
        </p:nvSpPr>
        <p:spPr>
          <a:xfrm>
            <a:off x="2132120" y="2333112"/>
            <a:ext cx="79277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4800" b="1" u="sng" dirty="0" err="1">
                <a:solidFill>
                  <a:schemeClr val="bg1"/>
                </a:solidFill>
                <a:latin typeface="Muli" panose="02000503000000000000" pitchFamily="2" charset="77"/>
              </a:rPr>
              <a:t>Thank</a:t>
            </a:r>
            <a:r>
              <a:rPr lang="es-ES_tradnl" sz="4800" b="1" u="sng" dirty="0">
                <a:solidFill>
                  <a:schemeClr val="bg1"/>
                </a:solidFill>
                <a:latin typeface="Muli" panose="02000503000000000000" pitchFamily="2" charset="77"/>
              </a:rPr>
              <a:t> </a:t>
            </a:r>
            <a:r>
              <a:rPr lang="es-ES_tradnl" sz="4800" b="1" u="sng" dirty="0" err="1">
                <a:solidFill>
                  <a:schemeClr val="bg1"/>
                </a:solidFill>
                <a:latin typeface="Muli" panose="02000503000000000000" pitchFamily="2" charset="77"/>
              </a:rPr>
              <a:t>you</a:t>
            </a:r>
            <a:r>
              <a:rPr lang="es-ES_tradnl" sz="4800" b="1" u="sng" dirty="0">
                <a:solidFill>
                  <a:schemeClr val="bg1"/>
                </a:solidFill>
                <a:latin typeface="Muli" panose="02000503000000000000" pitchFamily="2" charset="77"/>
              </a:rPr>
              <a:t>!</a:t>
            </a:r>
          </a:p>
          <a:p>
            <a:pPr algn="ctr"/>
            <a:r>
              <a:rPr lang="es-ES_tradnl" sz="4800" b="1" u="sng" dirty="0">
                <a:solidFill>
                  <a:schemeClr val="bg1"/>
                </a:solidFill>
                <a:latin typeface="Muli" panose="02000503000000000000" pitchFamily="2" charset="77"/>
              </a:rPr>
              <a:t>Gracias!</a:t>
            </a:r>
          </a:p>
        </p:txBody>
      </p:sp>
    </p:spTree>
    <p:extLst>
      <p:ext uri="{BB962C8B-B14F-4D97-AF65-F5344CB8AC3E}">
        <p14:creationId xmlns:p14="http://schemas.microsoft.com/office/powerpoint/2010/main" val="1102219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84DA0D6C2ADE46966ECE7A6B7DD2B5" ma:contentTypeVersion="8" ma:contentTypeDescription="Crear nuevo documento." ma:contentTypeScope="" ma:versionID="36dcda6161a342f68f8c529063e8cda3">
  <xsd:schema xmlns:xsd="http://www.w3.org/2001/XMLSchema" xmlns:xs="http://www.w3.org/2001/XMLSchema" xmlns:p="http://schemas.microsoft.com/office/2006/metadata/properties" xmlns:ns2="4bd470e1-a810-4dc7-a7f4-504af0e5f80d" xmlns:ns3="94bf27de-86a6-4ac7-874e-21eaa1714b2f" targetNamespace="http://schemas.microsoft.com/office/2006/metadata/properties" ma:root="true" ma:fieldsID="0e2e7ed13747b05cb62c0c7df8d0962a" ns2:_="" ns3:_="">
    <xsd:import namespace="4bd470e1-a810-4dc7-a7f4-504af0e5f80d"/>
    <xsd:import namespace="94bf27de-86a6-4ac7-874e-21eaa1714b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acroproceso" minOccurs="0"/>
                <xsd:element ref="ns2:Proceso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d470e1-a810-4dc7-a7f4-504af0e5f8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acroproceso" ma:index="10" nillable="true" ma:displayName="Macroproceso" ma:format="Dropdown" ma:internalName="Macroproceso">
      <xsd:simpleType>
        <xsd:restriction base="dms:Text">
          <xsd:maxLength value="255"/>
        </xsd:restriction>
      </xsd:simpleType>
    </xsd:element>
    <xsd:element name="Proceso" ma:index="11" nillable="true" ma:displayName="Proceso" ma:format="Dropdown" ma:internalName="Proceso">
      <xsd:simpleType>
        <xsd:restriction base="dms:Text">
          <xsd:maxLength value="255"/>
        </xsd:restriction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bf27de-86a6-4ac7-874e-21eaa1714b2f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oceso xmlns="4bd470e1-a810-4dc7-a7f4-504af0e5f80d">PE01.01</Proceso>
    <Macroproceso xmlns="4bd470e1-a810-4dc7-a7f4-504af0e5f80d">LIDERAZGO Y ESTRATEGIA</Macroproceso>
  </documentManagement>
</p:properties>
</file>

<file path=customXml/itemProps1.xml><?xml version="1.0" encoding="utf-8"?>
<ds:datastoreItem xmlns:ds="http://schemas.openxmlformats.org/officeDocument/2006/customXml" ds:itemID="{2487E67B-EA3D-412C-8702-4A89E4D9D8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d470e1-a810-4dc7-a7f4-504af0e5f80d"/>
    <ds:schemaRef ds:uri="94bf27de-86a6-4ac7-874e-21eaa1714b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F8CADC5-B4F8-4677-9B61-54BC6C46CF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FC8CCB-90C7-4014-A3CC-51D62035841A}">
  <ds:schemaRefs>
    <ds:schemaRef ds:uri="http://schemas.microsoft.com/office/2006/metadata/properties"/>
    <ds:schemaRef ds:uri="http://schemas.microsoft.com/office/infopath/2007/PartnerControls"/>
    <ds:schemaRef ds:uri="4bd470e1-a810-4dc7-a7f4-504af0e5f80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11871</TotalTime>
  <Words>17</Words>
  <Application>Microsoft Office PowerPoint</Application>
  <PresentationFormat>Panorámica</PresentationFormat>
  <Paragraphs>12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Arial</vt:lpstr>
      <vt:lpstr>Calibri</vt:lpstr>
      <vt:lpstr>Lato</vt:lpstr>
      <vt:lpstr>Muli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Revisión por la Dirección</dc:title>
  <dc:creator>Javier Medina de Moya</dc:creator>
  <cp:lastModifiedBy>Jacinto Velasco Rebolledo</cp:lastModifiedBy>
  <cp:revision>82</cp:revision>
  <cp:lastPrinted>2023-04-11T15:07:57Z</cp:lastPrinted>
  <dcterms:created xsi:type="dcterms:W3CDTF">2023-02-27T08:54:16Z</dcterms:created>
  <dcterms:modified xsi:type="dcterms:W3CDTF">2024-10-12T18:45:26Z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0x0101009B84DA0D6C2ADE46966ECE7A6B7DD2B5</vt:lpwstr>
  </property>
</Properties>
</file>